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8" r:id="rId3"/>
    <p:sldId id="27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3556CE-226C-6325-46D9-2067059E153C}" v="63" dt="2026-04-29T13:29:23.8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da Silva Santos" userId="S::joao.santos@gimm.pt::1f5cc2bd-5f8d-4df4-b23f-ee79078e001f" providerId="AD" clId="Web-{FA3556CE-226C-6325-46D9-2067059E153C}"/>
    <pc:docChg chg="addSld delSld modSld">
      <pc:chgData name="João da Silva Santos" userId="S::joao.santos@gimm.pt::1f5cc2bd-5f8d-4df4-b23f-ee79078e001f" providerId="AD" clId="Web-{FA3556CE-226C-6325-46D9-2067059E153C}" dt="2026-04-29T13:29:23.894" v="62" actId="20577"/>
      <pc:docMkLst>
        <pc:docMk/>
      </pc:docMkLst>
      <pc:sldChg chg="addSp modSp">
        <pc:chgData name="João da Silva Santos" userId="S::joao.santos@gimm.pt::1f5cc2bd-5f8d-4df4-b23f-ee79078e001f" providerId="AD" clId="Web-{FA3556CE-226C-6325-46D9-2067059E153C}" dt="2026-04-29T09:22:18.696" v="33" actId="1076"/>
        <pc:sldMkLst>
          <pc:docMk/>
          <pc:sldMk cId="0" sldId="256"/>
        </pc:sldMkLst>
        <pc:picChg chg="add mod">
          <ac:chgData name="João da Silva Santos" userId="S::joao.santos@gimm.pt::1f5cc2bd-5f8d-4df4-b23f-ee79078e001f" providerId="AD" clId="Web-{FA3556CE-226C-6325-46D9-2067059E153C}" dt="2026-04-29T09:22:18.696" v="33" actId="1076"/>
          <ac:picMkLst>
            <pc:docMk/>
            <pc:sldMk cId="0" sldId="256"/>
            <ac:picMk id="7" creationId="{0612B784-AFF2-808E-C560-4F8B96F582BD}"/>
          </ac:picMkLst>
        </pc:picChg>
      </pc:sldChg>
      <pc:sldChg chg="delSp modSp del">
        <pc:chgData name="João da Silva Santos" userId="S::joao.santos@gimm.pt::1f5cc2bd-5f8d-4df4-b23f-ee79078e001f" providerId="AD" clId="Web-{FA3556CE-226C-6325-46D9-2067059E153C}" dt="2026-04-29T09:26:28.702" v="37"/>
        <pc:sldMkLst>
          <pc:docMk/>
          <pc:sldMk cId="0" sldId="257"/>
        </pc:sldMkLst>
        <pc:spChg chg="del">
          <ac:chgData name="João da Silva Santos" userId="S::joao.santos@gimm.pt::1f5cc2bd-5f8d-4df4-b23f-ee79078e001f" providerId="AD" clId="Web-{FA3556CE-226C-6325-46D9-2067059E153C}" dt="2026-04-29T09:19:40.319" v="1"/>
          <ac:spMkLst>
            <pc:docMk/>
            <pc:sldMk cId="0" sldId="257"/>
            <ac:spMk id="2" creationId="{00000000-0000-0000-0000-000000000000}"/>
          </ac:spMkLst>
        </pc:spChg>
        <pc:spChg chg="mod">
          <ac:chgData name="João da Silva Santos" userId="S::joao.santos@gimm.pt::1f5cc2bd-5f8d-4df4-b23f-ee79078e001f" providerId="AD" clId="Web-{FA3556CE-226C-6325-46D9-2067059E153C}" dt="2026-04-29T09:19:46.303" v="6" actId="20577"/>
          <ac:spMkLst>
            <pc:docMk/>
            <pc:sldMk cId="0" sldId="257"/>
            <ac:spMk id="3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75" v="30"/>
          <ac:spMkLst>
            <pc:docMk/>
            <pc:sldMk cId="0" sldId="257"/>
            <ac:spMk id="5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75" v="29"/>
          <ac:spMkLst>
            <pc:docMk/>
            <pc:sldMk cId="0" sldId="257"/>
            <ac:spMk id="6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75" v="28"/>
          <ac:spMkLst>
            <pc:docMk/>
            <pc:sldMk cId="0" sldId="257"/>
            <ac:spMk id="7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75" v="27"/>
          <ac:spMkLst>
            <pc:docMk/>
            <pc:sldMk cId="0" sldId="257"/>
            <ac:spMk id="8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75" v="26"/>
          <ac:spMkLst>
            <pc:docMk/>
            <pc:sldMk cId="0" sldId="257"/>
            <ac:spMk id="9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75" v="25"/>
          <ac:spMkLst>
            <pc:docMk/>
            <pc:sldMk cId="0" sldId="257"/>
            <ac:spMk id="10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75" v="24"/>
          <ac:spMkLst>
            <pc:docMk/>
            <pc:sldMk cId="0" sldId="257"/>
            <ac:spMk id="11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75" v="23"/>
          <ac:spMkLst>
            <pc:docMk/>
            <pc:sldMk cId="0" sldId="257"/>
            <ac:spMk id="12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75" v="22"/>
          <ac:spMkLst>
            <pc:docMk/>
            <pc:sldMk cId="0" sldId="257"/>
            <ac:spMk id="13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75" v="21"/>
          <ac:spMkLst>
            <pc:docMk/>
            <pc:sldMk cId="0" sldId="257"/>
            <ac:spMk id="14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75" v="20"/>
          <ac:spMkLst>
            <pc:docMk/>
            <pc:sldMk cId="0" sldId="257"/>
            <ac:spMk id="15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75" v="19"/>
          <ac:spMkLst>
            <pc:docMk/>
            <pc:sldMk cId="0" sldId="257"/>
            <ac:spMk id="16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75" v="1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75" v="17"/>
          <ac:spMkLst>
            <pc:docMk/>
            <pc:sldMk cId="0" sldId="257"/>
            <ac:spMk id="18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75" v="16"/>
          <ac:spMkLst>
            <pc:docMk/>
            <pc:sldMk cId="0" sldId="257"/>
            <ac:spMk id="19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75" v="15"/>
          <ac:spMkLst>
            <pc:docMk/>
            <pc:sldMk cId="0" sldId="257"/>
            <ac:spMk id="20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75" v="14"/>
          <ac:spMkLst>
            <pc:docMk/>
            <pc:sldMk cId="0" sldId="257"/>
            <ac:spMk id="21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75" v="13"/>
          <ac:spMkLst>
            <pc:docMk/>
            <pc:sldMk cId="0" sldId="257"/>
            <ac:spMk id="22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60" v="12"/>
          <ac:spMkLst>
            <pc:docMk/>
            <pc:sldMk cId="0" sldId="257"/>
            <ac:spMk id="23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60" v="11"/>
          <ac:spMkLst>
            <pc:docMk/>
            <pc:sldMk cId="0" sldId="257"/>
            <ac:spMk id="24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60" v="10"/>
          <ac:spMkLst>
            <pc:docMk/>
            <pc:sldMk cId="0" sldId="257"/>
            <ac:spMk id="25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60" v="9"/>
          <ac:spMkLst>
            <pc:docMk/>
            <pc:sldMk cId="0" sldId="257"/>
            <ac:spMk id="26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60" v="8"/>
          <ac:spMkLst>
            <pc:docMk/>
            <pc:sldMk cId="0" sldId="257"/>
            <ac:spMk id="27" creationId="{00000000-0000-0000-0000-000000000000}"/>
          </ac:spMkLst>
        </pc:spChg>
        <pc:spChg chg="del">
          <ac:chgData name="João da Silva Santos" userId="S::joao.santos@gimm.pt::1f5cc2bd-5f8d-4df4-b23f-ee79078e001f" providerId="AD" clId="Web-{FA3556CE-226C-6325-46D9-2067059E153C}" dt="2026-04-29T09:19:54.460" v="7"/>
          <ac:spMkLst>
            <pc:docMk/>
            <pc:sldMk cId="0" sldId="257"/>
            <ac:spMk id="28" creationId="{00000000-0000-0000-0000-000000000000}"/>
          </ac:spMkLst>
        </pc:spChg>
      </pc:sldChg>
      <pc:sldChg chg="modSp">
        <pc:chgData name="João da Silva Santos" userId="S::joao.santos@gimm.pt::1f5cc2bd-5f8d-4df4-b23f-ee79078e001f" providerId="AD" clId="Web-{FA3556CE-226C-6325-46D9-2067059E153C}" dt="2026-04-29T09:27:50.629" v="40" actId="20577"/>
        <pc:sldMkLst>
          <pc:docMk/>
          <pc:sldMk cId="0" sldId="259"/>
        </pc:sldMkLst>
        <pc:spChg chg="mod">
          <ac:chgData name="João da Silva Santos" userId="S::joao.santos@gimm.pt::1f5cc2bd-5f8d-4df4-b23f-ee79078e001f" providerId="AD" clId="Web-{FA3556CE-226C-6325-46D9-2067059E153C}" dt="2026-04-29T09:27:50.629" v="40" actId="20577"/>
          <ac:spMkLst>
            <pc:docMk/>
            <pc:sldMk cId="0" sldId="259"/>
            <ac:spMk id="5" creationId="{00000000-0000-0000-0000-000000000000}"/>
          </ac:spMkLst>
        </pc:spChg>
      </pc:sldChg>
      <pc:sldChg chg="modSp">
        <pc:chgData name="João da Silva Santos" userId="S::joao.santos@gimm.pt::1f5cc2bd-5f8d-4df4-b23f-ee79078e001f" providerId="AD" clId="Web-{FA3556CE-226C-6325-46D9-2067059E153C}" dt="2026-04-29T09:29:38.853" v="43" actId="20577"/>
        <pc:sldMkLst>
          <pc:docMk/>
          <pc:sldMk cId="0" sldId="262"/>
        </pc:sldMkLst>
        <pc:spChg chg="mod">
          <ac:chgData name="João da Silva Santos" userId="S::joao.santos@gimm.pt::1f5cc2bd-5f8d-4df4-b23f-ee79078e001f" providerId="AD" clId="Web-{FA3556CE-226C-6325-46D9-2067059E153C}" dt="2026-04-29T09:29:38.853" v="43" actId="20577"/>
          <ac:spMkLst>
            <pc:docMk/>
            <pc:sldMk cId="0" sldId="262"/>
            <ac:spMk id="7" creationId="{00000000-0000-0000-0000-000000000000}"/>
          </ac:spMkLst>
        </pc:spChg>
      </pc:sldChg>
      <pc:sldChg chg="modSp">
        <pc:chgData name="João da Silva Santos" userId="S::joao.santos@gimm.pt::1f5cc2bd-5f8d-4df4-b23f-ee79078e001f" providerId="AD" clId="Web-{FA3556CE-226C-6325-46D9-2067059E153C}" dt="2026-04-29T09:30:15.479" v="59" actId="14100"/>
        <pc:sldMkLst>
          <pc:docMk/>
          <pc:sldMk cId="0" sldId="263"/>
        </pc:sldMkLst>
        <pc:spChg chg="mod">
          <ac:chgData name="João da Silva Santos" userId="S::joao.santos@gimm.pt::1f5cc2bd-5f8d-4df4-b23f-ee79078e001f" providerId="AD" clId="Web-{FA3556CE-226C-6325-46D9-2067059E153C}" dt="2026-04-29T09:30:15.401" v="52" actId="14100"/>
          <ac:spMkLst>
            <pc:docMk/>
            <pc:sldMk cId="0" sldId="263"/>
            <ac:spMk id="7" creationId="{00000000-0000-0000-0000-000000000000}"/>
          </ac:spMkLst>
        </pc:spChg>
        <pc:spChg chg="mod">
          <ac:chgData name="João da Silva Santos" userId="S::joao.santos@gimm.pt::1f5cc2bd-5f8d-4df4-b23f-ee79078e001f" providerId="AD" clId="Web-{FA3556CE-226C-6325-46D9-2067059E153C}" dt="2026-04-29T09:30:15.401" v="53" actId="14100"/>
          <ac:spMkLst>
            <pc:docMk/>
            <pc:sldMk cId="0" sldId="263"/>
            <ac:spMk id="8" creationId="{00000000-0000-0000-0000-000000000000}"/>
          </ac:spMkLst>
        </pc:spChg>
        <pc:spChg chg="mod">
          <ac:chgData name="João da Silva Santos" userId="S::joao.santos@gimm.pt::1f5cc2bd-5f8d-4df4-b23f-ee79078e001f" providerId="AD" clId="Web-{FA3556CE-226C-6325-46D9-2067059E153C}" dt="2026-04-29T09:30:15.416" v="54" actId="14100"/>
          <ac:spMkLst>
            <pc:docMk/>
            <pc:sldMk cId="0" sldId="263"/>
            <ac:spMk id="9" creationId="{00000000-0000-0000-0000-000000000000}"/>
          </ac:spMkLst>
        </pc:spChg>
        <pc:spChg chg="mod">
          <ac:chgData name="João da Silva Santos" userId="S::joao.santos@gimm.pt::1f5cc2bd-5f8d-4df4-b23f-ee79078e001f" providerId="AD" clId="Web-{FA3556CE-226C-6325-46D9-2067059E153C}" dt="2026-04-29T09:30:15.432" v="55" actId="14100"/>
          <ac:spMkLst>
            <pc:docMk/>
            <pc:sldMk cId="0" sldId="263"/>
            <ac:spMk id="10" creationId="{00000000-0000-0000-0000-000000000000}"/>
          </ac:spMkLst>
        </pc:spChg>
        <pc:spChg chg="mod">
          <ac:chgData name="João da Silva Santos" userId="S::joao.santos@gimm.pt::1f5cc2bd-5f8d-4df4-b23f-ee79078e001f" providerId="AD" clId="Web-{FA3556CE-226C-6325-46D9-2067059E153C}" dt="2026-04-29T09:30:15.448" v="56" actId="1410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João da Silva Santos" userId="S::joao.santos@gimm.pt::1f5cc2bd-5f8d-4df4-b23f-ee79078e001f" providerId="AD" clId="Web-{FA3556CE-226C-6325-46D9-2067059E153C}" dt="2026-04-29T09:30:15.448" v="57" actId="14100"/>
          <ac:spMkLst>
            <pc:docMk/>
            <pc:sldMk cId="0" sldId="263"/>
            <ac:spMk id="12" creationId="{00000000-0000-0000-0000-000000000000}"/>
          </ac:spMkLst>
        </pc:spChg>
        <pc:spChg chg="mod">
          <ac:chgData name="João da Silva Santos" userId="S::joao.santos@gimm.pt::1f5cc2bd-5f8d-4df4-b23f-ee79078e001f" providerId="AD" clId="Web-{FA3556CE-226C-6325-46D9-2067059E153C}" dt="2026-04-29T09:30:15.463" v="58" actId="14100"/>
          <ac:spMkLst>
            <pc:docMk/>
            <pc:sldMk cId="0" sldId="263"/>
            <ac:spMk id="13" creationId="{00000000-0000-0000-0000-000000000000}"/>
          </ac:spMkLst>
        </pc:spChg>
        <pc:spChg chg="mod">
          <ac:chgData name="João da Silva Santos" userId="S::joao.santos@gimm.pt::1f5cc2bd-5f8d-4df4-b23f-ee79078e001f" providerId="AD" clId="Web-{FA3556CE-226C-6325-46D9-2067059E153C}" dt="2026-04-29T09:30:15.479" v="59" actId="14100"/>
          <ac:spMkLst>
            <pc:docMk/>
            <pc:sldMk cId="0" sldId="263"/>
            <ac:spMk id="14" creationId="{00000000-0000-0000-0000-000000000000}"/>
          </ac:spMkLst>
        </pc:spChg>
      </pc:sldChg>
      <pc:sldChg chg="modSp">
        <pc:chgData name="João da Silva Santos" userId="S::joao.santos@gimm.pt::1f5cc2bd-5f8d-4df4-b23f-ee79078e001f" providerId="AD" clId="Web-{FA3556CE-226C-6325-46D9-2067059E153C}" dt="2026-04-29T13:29:23.894" v="62" actId="20577"/>
        <pc:sldMkLst>
          <pc:docMk/>
          <pc:sldMk cId="0" sldId="265"/>
        </pc:sldMkLst>
        <pc:spChg chg="mod">
          <ac:chgData name="João da Silva Santos" userId="S::joao.santos@gimm.pt::1f5cc2bd-5f8d-4df4-b23f-ee79078e001f" providerId="AD" clId="Web-{FA3556CE-226C-6325-46D9-2067059E153C}" dt="2026-04-29T13:29:23.894" v="62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">
        <pc:chgData name="João da Silva Santos" userId="S::joao.santos@gimm.pt::1f5cc2bd-5f8d-4df4-b23f-ee79078e001f" providerId="AD" clId="Web-{FA3556CE-226C-6325-46D9-2067059E153C}" dt="2026-04-29T10:47:53.469" v="61" actId="20577"/>
        <pc:sldMkLst>
          <pc:docMk/>
          <pc:sldMk cId="0" sldId="269"/>
        </pc:sldMkLst>
        <pc:spChg chg="mod">
          <ac:chgData name="João da Silva Santos" userId="S::joao.santos@gimm.pt::1f5cc2bd-5f8d-4df4-b23f-ee79078e001f" providerId="AD" clId="Web-{FA3556CE-226C-6325-46D9-2067059E153C}" dt="2026-04-29T10:47:53.469" v="61" actId="20577"/>
          <ac:spMkLst>
            <pc:docMk/>
            <pc:sldMk cId="0" sldId="269"/>
            <ac:spMk id="3" creationId="{00000000-0000-0000-0000-000000000000}"/>
          </ac:spMkLst>
        </pc:spChg>
      </pc:sldChg>
      <pc:sldChg chg="add replId">
        <pc:chgData name="João da Silva Santos" userId="S::joao.santos@gimm.pt::1f5cc2bd-5f8d-4df4-b23f-ee79078e001f" providerId="AD" clId="Web-{FA3556CE-226C-6325-46D9-2067059E153C}" dt="2026-04-29T09:19:32.803" v="0"/>
        <pc:sldMkLst>
          <pc:docMk/>
          <pc:sldMk cId="3270193326" sldId="276"/>
        </pc:sldMkLst>
      </pc:sldChg>
      <pc:sldChg chg="new del">
        <pc:chgData name="João da Silva Santos" userId="S::joao.santos@gimm.pt::1f5cc2bd-5f8d-4df4-b23f-ee79078e001f" providerId="AD" clId="Web-{FA3556CE-226C-6325-46D9-2067059E153C}" dt="2026-04-29T09:26:27.811" v="36"/>
        <pc:sldMkLst>
          <pc:docMk/>
          <pc:sldMk cId="877522742" sldId="277"/>
        </pc:sldMkLst>
      </pc:sldChg>
      <pc:sldChg chg="modSp add">
        <pc:chgData name="João da Silva Santos" userId="S::joao.santos@gimm.pt::1f5cc2bd-5f8d-4df4-b23f-ee79078e001f" providerId="AD" clId="Web-{FA3556CE-226C-6325-46D9-2067059E153C}" dt="2026-04-29T09:27:17.502" v="38" actId="14100"/>
        <pc:sldMkLst>
          <pc:docMk/>
          <pc:sldMk cId="2188575078" sldId="278"/>
        </pc:sldMkLst>
        <pc:spChg chg="mod">
          <ac:chgData name="João da Silva Santos" userId="S::joao.santos@gimm.pt::1f5cc2bd-5f8d-4df4-b23f-ee79078e001f" providerId="AD" clId="Web-{FA3556CE-226C-6325-46D9-2067059E153C}" dt="2026-04-29T09:27:17.502" v="38" actId="14100"/>
          <ac:spMkLst>
            <pc:docMk/>
            <pc:sldMk cId="2188575078" sldId="278"/>
            <ac:spMk id="23" creationId="{00000000-0000-0000-0000-000000000000}"/>
          </ac:spMkLst>
        </pc:spChg>
      </pc:sldChg>
    </pc:docChg>
  </pc:docChgLst>
  <pc:docChgLst>
    <pc:chgData name="João da Silva Santos" userId="S::joao.santos@gimm.pt::1f5cc2bd-5f8d-4df4-b23f-ee79078e001f" providerId="AD" clId="Web-{CF3D7800-CE1A-C676-40B6-64B5CD364DD4}"/>
    <pc:docChg chg="mod">
      <pc:chgData name="João da Silva Santos" userId="S::joao.santos@gimm.pt::1f5cc2bd-5f8d-4df4-b23f-ee79078e001f" providerId="AD" clId="Web-{CF3D7800-CE1A-C676-40B6-64B5CD364DD4}" dt="2026-04-24T15:02:26.967" v="0" actId="33475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E2BECD-CA35-4EEC-A670-F5298BC198A7}" type="datetimeFigureOut"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CE7F69-DFE4-45FB-8D9A-8F94DBC462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544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99D6B-4014-36D0-E182-D25AB64F9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F43B9-157E-C5EB-0A5D-8A3C367EF5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596A1-1665-1D50-6084-8F870961E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88C68-C7FF-2BCD-772A-F41857A5FE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83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13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Python Basics</a:t>
            </a:r>
            <a:endParaRPr lang="en-US" sz="440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strings, operators, and your first calculator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>
                <a:solidFill>
                  <a:srgbClr val="8FA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COURSE · DAY 1 OF 5</a:t>
            </a:r>
            <a:endParaRPr lang="en-US" sz="1200"/>
          </a:p>
        </p:txBody>
      </p:sp>
      <p:pic>
        <p:nvPicPr>
          <p:cNvPr id="7" name="Picture 6" descr="File:Python-logo-notext.svg - Wikimedia Commons">
            <a:extLst>
              <a:ext uri="{FF2B5EF4-FFF2-40B4-BE49-F238E27FC236}">
                <a16:creationId xmlns:a16="http://schemas.microsoft.com/office/drawing/2014/main" id="{0612B784-AFF2-808E-C560-4F8B96F58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774" y="199518"/>
            <a:ext cx="1667157" cy="16671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3" name="Shape 1"/>
          <p:cNvSpPr/>
          <p:nvPr/>
        </p:nvSpPr>
        <p:spPr>
          <a:xfrm>
            <a:off x="3291840" y="0"/>
            <a:ext cx="36576" cy="5143500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high-level, general-purpose programming language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383280"/>
            <a:ext cx="2743200" cy="36576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8" name="Text 6"/>
          <p:cNvSpPr/>
          <p:nvPr/>
        </p:nvSpPr>
        <p:spPr>
          <a:xfrm>
            <a:off x="365760" y="3520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D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3520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D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783080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TIOBE Index 2024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Guido van Rossum</a:t>
            </a:r>
            <a:endParaRPr lang="en-US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365760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023360" y="3200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Brief History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611880" y="77724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Conceived in the late 1980s by Guido van Rossum at CWI in the Netherlands as a successor to the ABC language. Released in 1991 and named after Monty Python's Flying Circus. Python 2.0 (2000) and Python 3.0 (2008) were major milestones; Python 2 was retired in 2020.</a:t>
            </a:r>
            <a:endParaRPr lang="en-US" sz="11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874520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23360" y="18288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It's Used For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3611880" y="228600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machine learning, web development (Django, Flask), automation &amp; scripting, scientific computing, AI research, and education — Python's versatility makes it the dominant language across many fields.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611880" y="3200400"/>
            <a:ext cx="260604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20" name="Shape 16"/>
          <p:cNvSpPr/>
          <p:nvPr/>
        </p:nvSpPr>
        <p:spPr>
          <a:xfrm>
            <a:off x="3611880" y="3200400"/>
            <a:ext cx="54864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3337560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069080" y="3310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3779315" y="3599524"/>
            <a:ext cx="2433044" cy="1246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Readable, beginner-friendly syntax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ecosystem (PyPI, NumPy, etc.)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&amp; open source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community &amp; documentation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355080" y="3200400"/>
            <a:ext cx="260604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sp>
        <p:nvSpPr>
          <p:cNvPr id="25" name="Shape 20"/>
          <p:cNvSpPr/>
          <p:nvPr/>
        </p:nvSpPr>
        <p:spPr>
          <a:xfrm>
            <a:off x="6355080" y="3200400"/>
            <a:ext cx="54864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PT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337560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12280" y="33101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537960" y="361188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compiled languages (C, Rust)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 limits true multithreading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memory usage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for mobile &amp; low-level systems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88575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D7926E-D62B-B3F3-1C18-E57F0A2BE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F8E45E-C9B8-8D64-802E-4192703AC04D}"/>
              </a:ext>
            </a:extLst>
          </p:cNvPr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A4A42F-2E38-E116-89EC-80AFB16724F2}"/>
              </a:ext>
            </a:extLst>
          </p:cNvPr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</a:t>
            </a:r>
            <a:endParaRPr lang="en-US" sz="28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4A0CA28-9DE2-CAD1-B008-B96431231ACF}"/>
              </a:ext>
            </a:extLst>
          </p:cNvPr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44E1271-9A03-E0B7-339E-4BE685B64978}"/>
              </a:ext>
            </a:extLst>
          </p:cNvPr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4487A74-8BF4-32FB-ADA9-B7AE52E65296}"/>
              </a:ext>
            </a:extLst>
          </p:cNvPr>
          <p:cNvSpPr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22807C0-CDE4-4A46-4781-D73B4BF731B2}"/>
              </a:ext>
            </a:extLst>
          </p:cNvPr>
          <p:cNvSpPr/>
          <p:nvPr/>
        </p:nvSpPr>
        <p:spPr>
          <a:xfrm>
            <a:off x="1143000" y="1389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&amp; data types</a:t>
            </a:r>
            <a:endParaRPr lang="en-US"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23E18DF-5302-3263-833C-6A132E395AC6}"/>
              </a:ext>
            </a:extLst>
          </p:cNvPr>
          <p:cNvSpPr/>
          <p:nvPr/>
        </p:nvSpPr>
        <p:spPr>
          <a:xfrm>
            <a:off x="114300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int, float, str, bool</a:t>
            </a:r>
            <a:endParaRPr lang="en-US" sz="11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62E6345-AC9D-5EC6-91A2-534B2AA6A589}"/>
              </a:ext>
            </a:extLst>
          </p:cNvPr>
          <p:cNvSpPr/>
          <p:nvPr/>
        </p:nvSpPr>
        <p:spPr>
          <a:xfrm>
            <a:off x="4617720" y="137160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5C50B24-D5C9-62C7-3E42-E5D1175EA7D5}"/>
              </a:ext>
            </a:extLst>
          </p:cNvPr>
          <p:cNvSpPr/>
          <p:nvPr/>
        </p:nvSpPr>
        <p:spPr>
          <a:xfrm>
            <a:off x="46177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727576F-5BBF-BEB3-6EAE-7A28ED9FED01}"/>
              </a:ext>
            </a:extLst>
          </p:cNvPr>
          <p:cNvSpPr/>
          <p:nvPr/>
        </p:nvSpPr>
        <p:spPr>
          <a:xfrm>
            <a:off x="5303520" y="13898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Strings &amp; user input</a:t>
            </a:r>
            <a:endParaRPr lang="en-US" sz="15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74B33F1-C816-4A24-DCFD-789E200AE54B}"/>
              </a:ext>
            </a:extLst>
          </p:cNvPr>
          <p:cNvSpPr/>
          <p:nvPr/>
        </p:nvSpPr>
        <p:spPr>
          <a:xfrm>
            <a:off x="530352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Indexing, slicing, f-strings</a:t>
            </a:r>
            <a:endParaRPr lang="en-US" sz="11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01B7D4B-AA58-6271-92D1-723F4706C514}"/>
              </a:ext>
            </a:extLst>
          </p:cNvPr>
          <p:cNvSpPr/>
          <p:nvPr/>
        </p:nvSpPr>
        <p:spPr>
          <a:xfrm>
            <a:off x="457200" y="242316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D521A05-4444-429C-7762-69E4F6E114E7}"/>
              </a:ext>
            </a:extLst>
          </p:cNvPr>
          <p:cNvSpPr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1AFC05A-B673-DFA8-27CC-EBF1EC7142BD}"/>
              </a:ext>
            </a:extLst>
          </p:cNvPr>
          <p:cNvSpPr/>
          <p:nvPr/>
        </p:nvSpPr>
        <p:spPr>
          <a:xfrm>
            <a:off x="1143000" y="2441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Operators</a:t>
            </a:r>
            <a:endParaRPr lang="en-US" sz="15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232BD13-600E-1CDF-B66D-209C8C641F25}"/>
              </a:ext>
            </a:extLst>
          </p:cNvPr>
          <p:cNvSpPr/>
          <p:nvPr/>
        </p:nvSpPr>
        <p:spPr>
          <a:xfrm>
            <a:off x="114300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comparison, logical</a:t>
            </a:r>
            <a:endParaRPr lang="en-US" sz="11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9772872-8015-0916-F547-896FA4E796BD}"/>
              </a:ext>
            </a:extLst>
          </p:cNvPr>
          <p:cNvSpPr/>
          <p:nvPr/>
        </p:nvSpPr>
        <p:spPr>
          <a:xfrm>
            <a:off x="4617720" y="242316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3B467C8-C88A-72FD-D459-9B180FFFA233}"/>
              </a:ext>
            </a:extLst>
          </p:cNvPr>
          <p:cNvSpPr/>
          <p:nvPr/>
        </p:nvSpPr>
        <p:spPr>
          <a:xfrm>
            <a:off x="46177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8188B34-6A52-B8E4-9CF7-15C281C19C63}"/>
              </a:ext>
            </a:extLst>
          </p:cNvPr>
          <p:cNvSpPr/>
          <p:nvPr/>
        </p:nvSpPr>
        <p:spPr>
          <a:xfrm>
            <a:off x="5303520" y="2441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casting</a:t>
            </a:r>
            <a:endParaRPr lang="en-US" sz="15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464E10A-1DD5-ADAF-D722-6D6C82125923}"/>
              </a:ext>
            </a:extLst>
          </p:cNvPr>
          <p:cNvSpPr/>
          <p:nvPr/>
        </p:nvSpPr>
        <p:spPr>
          <a:xfrm>
            <a:off x="530352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between types safely</a:t>
            </a:r>
            <a:endParaRPr lang="en-US" sz="11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A925450D-8061-13EB-84C3-82D0C677D87D}"/>
              </a:ext>
            </a:extLst>
          </p:cNvPr>
          <p:cNvSpPr/>
          <p:nvPr/>
        </p:nvSpPr>
        <p:spPr>
          <a:xfrm>
            <a:off x="457200" y="347472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D7BB17F-A4CE-C775-8AAA-89F5BBD9FDE4}"/>
              </a:ext>
            </a:extLst>
          </p:cNvPr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9131D3B-D6D1-46ED-713B-301436D1F7F7}"/>
              </a:ext>
            </a:extLst>
          </p:cNvPr>
          <p:cNvSpPr/>
          <p:nvPr/>
        </p:nvSpPr>
        <p:spPr>
          <a:xfrm>
            <a:off x="1143000" y="3493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Comments &amp; style</a:t>
            </a:r>
            <a:endParaRPr lang="en-US" sz="15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D3223EA-4137-B072-562C-E5690426392A}"/>
              </a:ext>
            </a:extLst>
          </p:cNvPr>
          <p:cNvSpPr/>
          <p:nvPr/>
        </p:nvSpPr>
        <p:spPr>
          <a:xfrm>
            <a:off x="114300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8, readable code</a:t>
            </a:r>
            <a:endParaRPr lang="en-US" sz="11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1F45C61-1889-A604-3DE0-088B1D3C0FD2}"/>
              </a:ext>
            </a:extLst>
          </p:cNvPr>
          <p:cNvSpPr/>
          <p:nvPr/>
        </p:nvSpPr>
        <p:spPr>
          <a:xfrm>
            <a:off x="4617720" y="3474720"/>
            <a:ext cx="502920" cy="50292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439F6F5-6924-8EE5-0A56-734E6257A769}"/>
              </a:ext>
            </a:extLst>
          </p:cNvPr>
          <p:cNvSpPr/>
          <p:nvPr/>
        </p:nvSpPr>
        <p:spPr>
          <a:xfrm>
            <a:off x="46177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FFFF128-A0F3-691E-2ADF-EC8FCA13BF84}"/>
              </a:ext>
            </a:extLst>
          </p:cNvPr>
          <p:cNvSpPr/>
          <p:nvPr/>
        </p:nvSpPr>
        <p:spPr>
          <a:xfrm>
            <a:off x="5303520" y="3493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errors</a:t>
            </a:r>
            <a:endParaRPr lang="en-US" sz="15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2C035E8-51F6-1BB6-8FA7-96F56352B586}"/>
              </a:ext>
            </a:extLst>
          </p:cNvPr>
          <p:cNvSpPr/>
          <p:nvPr/>
        </p:nvSpPr>
        <p:spPr>
          <a:xfrm>
            <a:off x="5303520" y="3794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Tracebacks are your friend</a:t>
            </a:r>
            <a:endParaRPr lang="en-US" sz="11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ABF431B-BF16-2F0F-83BA-B0A5672842EE}"/>
              </a:ext>
            </a:extLst>
          </p:cNvPr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1</a:t>
            </a:r>
            <a:endParaRPr lang="en-US" sz="9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2B721DD-873A-EF78-D1C3-5B672173DE9F}"/>
              </a:ext>
            </a:extLst>
          </p:cNvPr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270193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4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&amp; Data Types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just a label pointing to a value.</a:t>
            </a:r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variable?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/>
                <a:ea typeface="Calibri"/>
                <a:cs typeface="Calibri"/>
              </a:rPr>
              <a:t>In Python, you don't declare types.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400">
                <a:solidFill>
                  <a:srgbClr val="1E2A3A"/>
                </a:solidFill>
                <a:latin typeface="Calibri"/>
                <a:ea typeface="Calibri"/>
                <a:cs typeface="Calibri"/>
              </a:rPr>
              <a:t>Python decides automatically. This is called </a:t>
            </a:r>
            <a:r>
              <a:rPr lang="en-US" sz="1400" b="1" i="1">
                <a:solidFill>
                  <a:srgbClr val="1C4E80"/>
                </a:solidFill>
                <a:latin typeface="Calibri"/>
                <a:ea typeface="Calibri"/>
                <a:cs typeface="Calibri"/>
              </a:rPr>
              <a:t>dynamic typing</a:t>
            </a:r>
            <a:endParaRPr lang="en-US" sz="1400" b="1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E2A3A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4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 that refers to a value. You can reassign it at any time, even to a different type.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256032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5087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25          # int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3.99      # float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"Alice"    # str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is_open = True    # bool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"twenty-five"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totally valid!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931920"/>
            <a:ext cx="73152" cy="7772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06908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it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685800" y="4434840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type(variable) to inspect what Python thinks the type is.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1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essentials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22860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1920240" cy="73152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C4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25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2542032" y="1371600"/>
            <a:ext cx="1920240" cy="22860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42032" y="1371600"/>
            <a:ext cx="1920240" cy="73152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12" name="Text 10"/>
          <p:cNvSpPr/>
          <p:nvPr/>
        </p:nvSpPr>
        <p:spPr>
          <a:xfrm>
            <a:off x="2633472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C4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2200"/>
          </a:p>
        </p:txBody>
      </p:sp>
      <p:sp>
        <p:nvSpPr>
          <p:cNvPr id="13" name="Text 11"/>
          <p:cNvSpPr/>
          <p:nvPr/>
        </p:nvSpPr>
        <p:spPr>
          <a:xfrm>
            <a:off x="2633472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2633472" y="2788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3.14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626864" y="1371600"/>
            <a:ext cx="1920240" cy="22860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371600"/>
            <a:ext cx="1920240" cy="73152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17" name="Text 15"/>
          <p:cNvSpPr/>
          <p:nvPr/>
        </p:nvSpPr>
        <p:spPr>
          <a:xfrm>
            <a:off x="4718304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C4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4718304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 quotes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718304" y="2788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"Ada"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6711696" y="1371600"/>
            <a:ext cx="1920240" cy="22860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11696" y="1371600"/>
            <a:ext cx="1920240" cy="73152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22" name="Text 20"/>
          <p:cNvSpPr/>
          <p:nvPr/>
        </p:nvSpPr>
        <p:spPr>
          <a:xfrm>
            <a:off x="6803136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C4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2200"/>
          </a:p>
        </p:txBody>
      </p:sp>
      <p:sp>
        <p:nvSpPr>
          <p:cNvPr id="23" name="Text 21"/>
          <p:cNvSpPr/>
          <p:nvPr/>
        </p:nvSpPr>
        <p:spPr>
          <a:xfrm>
            <a:off x="6803136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 only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6803136" y="2788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= True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31920"/>
            <a:ext cx="73152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06908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out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685800" y="4434840"/>
            <a:ext cx="7909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(int), 1.0 (float), and "1" (str) look alike but behave very differently. Always check with type().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1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4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Strings &amp; User Input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a sequence. You can slice it, search it, transform it.</a:t>
            </a:r>
            <a:endParaRPr lang="en-US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Indexing, slicing, length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4023360" cy="256032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"Python"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s[0]      # 'P'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s[-1]     # 'n'  (last)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s[1:4]    # 'yth'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s[:3]     # 'Pyt'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len(s)    # 6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4663440" y="137160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sequences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1E2A3A"/>
                </a:solidFill>
                <a:latin typeface="Calibri"/>
                <a:ea typeface="Calibri"/>
                <a:cs typeface="Calibri"/>
              </a:rPr>
              <a:t>Each character has a position (an index). </a:t>
            </a:r>
            <a:r>
              <a:rPr lang="en-US" sz="1300" b="1">
                <a:solidFill>
                  <a:srgbClr val="1E2A3A"/>
                </a:solidFill>
                <a:latin typeface="Calibri"/>
                <a:ea typeface="Calibri"/>
                <a:cs typeface="Calibri"/>
              </a:rPr>
              <a:t>The first is 0, not 1.</a:t>
            </a:r>
            <a:endParaRPr lang="en-US" sz="1300" b="1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E2A3A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0F2A44"/>
                </a:solidFill>
                <a:latin typeface="Calibri"/>
                <a:ea typeface="Calibri"/>
                <a:cs typeface="Calibri"/>
              </a:rPr>
              <a:t>Slicing uses [</a:t>
            </a:r>
            <a:r>
              <a:rPr lang="en-US" sz="1300" b="1" dirty="0" err="1">
                <a:solidFill>
                  <a:srgbClr val="0F2A44"/>
                </a:solidFill>
                <a:latin typeface="Calibri"/>
                <a:ea typeface="Calibri"/>
                <a:cs typeface="Calibri"/>
              </a:rPr>
              <a:t>start:stop</a:t>
            </a:r>
            <a:r>
              <a:rPr lang="en-US" sz="1300" b="1" dirty="0">
                <a:solidFill>
                  <a:srgbClr val="0F2A44"/>
                </a:solidFill>
                <a:latin typeface="Calibri"/>
                <a:ea typeface="Calibri"/>
                <a:cs typeface="Calibri"/>
              </a:rPr>
              <a:t>]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>
                <a:solidFill>
                  <a:srgbClr val="1E2A3A"/>
                </a:solidFill>
                <a:latin typeface="Calibri"/>
                <a:ea typeface="Calibri"/>
                <a:cs typeface="Calibri"/>
              </a:rPr>
              <a:t>stop is </a:t>
            </a:r>
            <a:r>
              <a:rPr lang="en-US" sz="1300" b="1">
                <a:solidFill>
                  <a:srgbClr val="1E2A3A"/>
                </a:solidFill>
                <a:latin typeface="Calibri"/>
                <a:ea typeface="Calibri"/>
                <a:cs typeface="Calibri"/>
              </a:rPr>
              <a:t>exclusive</a:t>
            </a:r>
            <a:r>
              <a:rPr lang="en-US" sz="1300">
                <a:solidFill>
                  <a:srgbClr val="1E2A3A"/>
                </a:solidFill>
                <a:latin typeface="Calibri"/>
                <a:ea typeface="Calibri"/>
                <a:cs typeface="Calibri"/>
              </a:rPr>
              <a:t>. Negative indices count from the end.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023360"/>
            <a:ext cx="73152" cy="685800"/>
          </a:xfrm>
          <a:prstGeom prst="rect">
            <a:avLst/>
          </a:prstGeom>
          <a:solidFill>
            <a:srgbClr val="2D7D9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160520"/>
            <a:ext cx="7909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useful methods:  .upper()  ·  .lower()  ·  .strip()  ·  .replace()  ·  .split()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1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Input, output, and f-strings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237744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input("What's your name? ")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input("How old are you? ")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f-strings: clean, readable, modern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print(f"Hello, {name}! Next year you'll be {int(age) + 1}.")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450437" y="3825330"/>
            <a:ext cx="4023360" cy="890593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0437" y="3825330"/>
            <a:ext cx="73152" cy="890593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679037" y="3962490"/>
            <a:ext cx="3703320" cy="396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input() always returns str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679037" y="4328250"/>
            <a:ext cx="3703320" cy="248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the user types 25, you get the string "25". Cast it with int() before doing math.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4656677" y="3825330"/>
            <a:ext cx="4023360" cy="890593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56677" y="3825330"/>
            <a:ext cx="73152" cy="890593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3" name="Text 11"/>
          <p:cNvSpPr/>
          <p:nvPr/>
        </p:nvSpPr>
        <p:spPr>
          <a:xfrm>
            <a:off x="4885277" y="3962490"/>
            <a:ext cx="3703320" cy="396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Prefer f-strings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4885277" y="4328250"/>
            <a:ext cx="3703320" cy="248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older % and .format() styles. f-strings are faster and far easier to read.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1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4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Operators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comparison, and logic — the verbs of Python.</a:t>
            </a:r>
            <a:endParaRPr 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/>
                <a:ea typeface="Georgia" pitchFamily="34" charset="-122"/>
                <a:cs typeface="Georgia" pitchFamily="34" charset="-120"/>
              </a:rPr>
              <a:t>Operators </a:t>
            </a:r>
            <a:endParaRPr lang="en-US" sz="2800">
              <a:latin typeface="Georgi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7977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C4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+ 3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F2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C4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Subtraction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7 - 3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F2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C4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Multiplication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* 3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F2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C4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division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/ 2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F2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3.5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C4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//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division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// 2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F2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C4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Modulo (remainder)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7 % 2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F2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1C4E8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1E2A3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** 10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0F2A4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1024</a:t>
                      </a:r>
                      <a:endParaRPr lang="en-US" sz="12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4206240"/>
            <a:ext cx="73152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434340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//, %, and ** are the three that trip up new learners. Spend extra time on them.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1</a:t>
            </a:r>
            <a:endParaRPr lang="en-US" sz="900"/>
          </a:p>
        </p:txBody>
      </p:sp>
      <p:sp>
        <p:nvSpPr>
          <p:cNvPr id="10" name="Text 7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&amp; logical operators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4023360" cy="228600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Comparison → True/False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== 5      # True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!= 3      # True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&gt; 3       # True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&lt;= 5      # True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228600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5087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Logical: and, or, not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20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has_ticket = True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&gt;= 18 and has_ticket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True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840480"/>
            <a:ext cx="73152" cy="868680"/>
          </a:xfrm>
          <a:prstGeom prst="rect">
            <a:avLst/>
          </a:prstGeom>
          <a:solidFill>
            <a:srgbClr val="2D7D9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97764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 with plain English first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685800" y="434340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code, say it aloud: "If the person is over 18 AND has a ticket, let them in." Then translate.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1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4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Casting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values from one type to another — safely.</a:t>
            </a:r>
            <a:endParaRPr lang="en-US"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classic beginner bug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❌  Broken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173736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input("Age: ")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next_year = age + 1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TypeError!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 + int is illegal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66344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Fixed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4023360" cy="173736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73736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int(input("Age: "))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next_year = age + 1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Works!</a:t>
            </a:r>
            <a:endParaRPr lang="en-US" sz="1300"/>
          </a:p>
          <a:p>
            <a:pPr marL="0" indent="0">
              <a:buNone/>
            </a:pPr>
            <a:r>
              <a:rPr lang="en-US" sz="13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Cast to int first.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8229600" cy="109728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611880"/>
            <a:ext cx="73152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749040"/>
            <a:ext cx="7909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Casting can fail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685800" y="411480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int("hello") raises a ValueError. Later we'll handle this with try/except. For now, trust the user to type numbers.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1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4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Comments &amp; Style</a:t>
            </a:r>
            <a:endParaRPr lang="en-US" sz="4000">
              <a:latin typeface="Georgi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read more often than it is written.</a:t>
            </a:r>
            <a:endParaRPr lang="en-US"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it so others can read it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685800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81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snake_case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2834640" y="153619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variable and function names: user_name, not userName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48840"/>
            <a:ext cx="73152" cy="685800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585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spaces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2834640" y="231343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indentation level. Never mix tabs and spaces.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926080"/>
            <a:ext cx="73152" cy="685800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358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Spaces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2834640" y="309067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= and operators:  x = 1  not  x=1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03320"/>
            <a:ext cx="73152" cy="685800"/>
          </a:xfrm>
          <a:prstGeom prst="rect">
            <a:avLst/>
          </a:prstGeom>
          <a:solidFill>
            <a:srgbClr val="1C4E8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813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Why, not what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2834640" y="38679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should explain motivation, not restate the code.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1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4E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Error Messages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Tracebacks are a conversation. Read them bottom-up.</a:t>
            </a:r>
            <a:endParaRPr lang="en-US"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 traceback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Traceback (most recent call last):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File "main.py", line 4, in &lt;module&gt;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 = int(input("Age: "))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ValueError: invalid literal for int() with base 10: 'twenty'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2651760" cy="128016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383280"/>
            <a:ext cx="265176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94360" y="3794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wrote something Python can't parse. Usually a missing : or ).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3246120" y="3383280"/>
            <a:ext cx="2651760" cy="128016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3383280"/>
            <a:ext cx="265176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3383280" y="3794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used a variable that doesn't exist. Typo or wrong scope.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6035040" y="3383280"/>
            <a:ext cx="2651760" cy="128016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3383280"/>
            <a:ext cx="2651760" cy="45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3474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TypeError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6172200" y="37947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used a type in a way it doesn't support. Often int/str mix-ups.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1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 Exercise — Build a calculator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 program that: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user for two numbers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which operation: + - * /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result with f-strings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 i="1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what if they divide by zero?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3017520"/>
          </a:xfrm>
          <a:prstGeom prst="rect">
            <a:avLst/>
          </a:prstGeom>
          <a:solidFill>
            <a:srgbClr val="0F2A44"/>
          </a:solidFill>
          <a:ln w="6350">
            <a:solidFill>
              <a:srgbClr val="1C4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173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float(input("First: "))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float(input("Second: "))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 = input("Operation: ")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op == "+":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 + b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print(f"{a} {op} {b} = {result}")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4023360" cy="685800"/>
          </a:xfrm>
          <a:prstGeom prst="rect">
            <a:avLst/>
          </a:prstGeom>
          <a:solidFill>
            <a:srgbClr val="F4F6F9"/>
          </a:solidFill>
          <a:ln w="6350">
            <a:solidFill>
              <a:srgbClr val="D9D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4023360"/>
            <a:ext cx="73152" cy="6858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1605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exercise sheet: see Day 1 Worksheet handout.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1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2D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learned today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533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868680" y="13533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infers types from values — dynamic typing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5623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86868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types: int, float, str, bool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591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868680" y="23591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always returns a string — cast before computing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62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868680" y="286207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f-strings are the modern way to format output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36499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868680" y="336499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//, %, ** need extra attention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228600" cy="228600"/>
          </a:xfrm>
          <a:prstGeom prst="ellipse">
            <a:avLst/>
          </a:prstGeom>
          <a:solidFill>
            <a:srgbClr val="1C4E8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679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868680" y="386791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tracebacks bottom-up — the last line is the error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Python · Day 1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59436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</a:t>
            </a:r>
            <a:endParaRPr lang="en-US"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Day 1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control flow — if, for, while, and your first functions.</a:t>
            </a:r>
            <a:endParaRPr 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21</Slides>
  <Notes>21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— Python Basics</dc:title>
  <dc:subject>PptxGenJS Presentation</dc:subject>
  <dc:creator>Introduction to Python</dc:creator>
  <cp:revision>22</cp:revision>
  <dcterms:created xsi:type="dcterms:W3CDTF">2026-04-22T22:23:43Z</dcterms:created>
  <dcterms:modified xsi:type="dcterms:W3CDTF">2026-04-29T13:29:34Z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2026-04-24T15:02:26Z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09839d39-20e6-405d-8c08-dbc5e1ab3b3b</vt:lpwstr>
  </property>
  <property fmtid="{D5CDD505-2E9C-101B-9397-08002B2CF9AE}" pid="7" name="MSIP_Label_defa4170-0d19-0005-0004-bc88714345d2_ActionId">
    <vt:lpwstr>c9401fb8-4045-4d6e-bfbd-1b07845b7e06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10, 3, 0, 2</vt:lpwstr>
  </property>
</Properties>
</file>
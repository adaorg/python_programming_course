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8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D82347-D62C-E656-E832-0A61523977D8}" v="3" dt="2026-04-29T11:21:18.5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da Silva Santos" userId="S::joao.santos@gimm.pt::1f5cc2bd-5f8d-4df4-b23f-ee79078e001f" providerId="AD" clId="Web-{D5D82347-D62C-E656-E832-0A61523977D8}"/>
    <pc:docChg chg="mod delSld">
      <pc:chgData name="João da Silva Santos" userId="S::joao.santos@gimm.pt::1f5cc2bd-5f8d-4df4-b23f-ee79078e001f" providerId="AD" clId="Web-{D5D82347-D62C-E656-E832-0A61523977D8}" dt="2026-04-29T11:21:18.588" v="3"/>
      <pc:docMkLst>
        <pc:docMk/>
      </pc:docMkLst>
      <pc:sldChg chg="del">
        <pc:chgData name="João da Silva Santos" userId="S::joao.santos@gimm.pt::1f5cc2bd-5f8d-4df4-b23f-ee79078e001f" providerId="AD" clId="Web-{D5D82347-D62C-E656-E832-0A61523977D8}" dt="2026-04-29T11:21:15.212" v="1"/>
        <pc:sldMkLst>
          <pc:docMk/>
          <pc:sldMk cId="0" sldId="262"/>
        </pc:sldMkLst>
      </pc:sldChg>
      <pc:sldChg chg="del">
        <pc:chgData name="João da Silva Santos" userId="S::joao.santos@gimm.pt::1f5cc2bd-5f8d-4df4-b23f-ee79078e001f" providerId="AD" clId="Web-{D5D82347-D62C-E656-E832-0A61523977D8}" dt="2026-04-29T11:21:17.166" v="2"/>
        <pc:sldMkLst>
          <pc:docMk/>
          <pc:sldMk cId="0" sldId="263"/>
        </pc:sldMkLst>
      </pc:sldChg>
      <pc:sldChg chg="del">
        <pc:chgData name="João da Silva Santos" userId="S::joao.santos@gimm.pt::1f5cc2bd-5f8d-4df4-b23f-ee79078e001f" providerId="AD" clId="Web-{D5D82347-D62C-E656-E832-0A61523977D8}" dt="2026-04-29T11:21:18.588" v="3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E48AD-7D19-4D5C-A40D-863787A77A16}" type="datetimeFigureOut">
              <a:t>29/04/2026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02DCC7-2F73-4F5D-8DA3-C67DA24E8CB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889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13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Visualization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Seaborn, and telling a visual story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COURSE · DAY 5 OF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389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 basics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fig, ax = plt.subplots()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37160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3520" y="1389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 types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bar, scatter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2441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Seaborn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plots made easy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42316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0" y="2441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Labels &amp; titles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0352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Self-explanatory charts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493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Subplots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views, one figure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47472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03520" y="3493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project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0352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story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4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figure / axes model — understand it once, use it forever.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and axes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4572000" cy="228600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ax.plot([1, 2, 3], [1, 4, 9])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ax.set_xlabel("x")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ax.set_ylabel("y")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0" y="13716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C4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</a:t>
            </a: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whole window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C4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</a:t>
            </a: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single plotting area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fig can hold many axes.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657600"/>
            <a:ext cx="73152" cy="10515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79476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this idiom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416052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fig, ax = plt.subplots() — this will be in almost every plot you write. Get it into your fingers.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CHOICE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the right chart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731520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9456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4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ax.plot(x, 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03120"/>
            <a:ext cx="73152" cy="731520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40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9456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categories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4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ax.bar(labels, values)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73152" cy="731520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9456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 two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4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ax.scatter(x, y)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49040"/>
            <a:ext cx="73152" cy="731520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886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Histogram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194560" y="3931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values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4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ax.hist(values, bins=20)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chart should stand alone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219456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ax.plot(years, revenue, label="Revenue")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ax.plot(years, costs,   label="Costs")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ax.set_title("Revenue vs. costs, 2015–2024")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ax.set_xlabel("Year")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ax.set_ylabel("USD (millions)")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ax.legend()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8229600" cy="11430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566160"/>
            <a:ext cx="73152" cy="1143000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70332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069080"/>
            <a:ext cx="7909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looked at your chart with no context, would they understand it? Title, axis labels, legend, units. Always.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4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a Data Story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dataset. Answer a question. In 3–4 charts.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brief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417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Titanic, Iris, Gapminder, or your own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194560"/>
            <a:ext cx="411480" cy="41148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Pose one question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class affect survival on the Titanic?"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971800"/>
            <a:ext cx="411480" cy="41148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3–4 charts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should answer part of the question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749040"/>
            <a:ext cx="411480" cy="41148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the story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0" y="3749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3–4 sentences tying the charts together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Habits to keep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 live — type it, don't just read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things on purpose — the fastest way to understand errors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468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Jupyter for exploratory work, .py files for programs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0175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other people's code — it's how you grow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5661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stuck: print() everything, then print .shape and type()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Congratulations — you made it!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the Python foundation to analyze data, write scripts, and keep learning.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5 — Visualization</dc:title>
  <dc:subject>PptxGenJS Presentation</dc:subject>
  <dc:creator>Introduction to Python</dc:creator>
  <cp:lastModifiedBy>Introduction to Python</cp:lastModifiedBy>
  <cp:revision>3</cp:revision>
  <dcterms:created xsi:type="dcterms:W3CDTF">2026-04-22T22:28:47Z</dcterms:created>
  <dcterms:modified xsi:type="dcterms:W3CDTF">2026-04-29T11:21:18Z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2026-04-29T11:20:46Z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09839d39-20e6-405d-8c08-dbc5e1ab3b3b</vt:lpwstr>
  </property>
  <property fmtid="{D5CDD505-2E9C-101B-9397-08002B2CF9AE}" pid="7" name="MSIP_Label_defa4170-0d19-0005-0004-bc88714345d2_ActionId">
    <vt:lpwstr>a3ffffab-fca9-4f67-8c48-29dc630ab911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10, 3, 0, 2</vt:lpwstr>
  </property>
</Properties>
</file>
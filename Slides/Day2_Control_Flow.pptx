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B3775-9475-DB25-7607-2A2A8D4279D7}" v="142" dt="2026-04-29T13:45:08.028"/>
    <p1510:client id="{D498FE44-89E0-3D0F-66DB-C18E486EA3FB}" v="15" dt="2026-04-27T14:26:21.8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da Silva Santos" userId="S::joao.santos@gimm.pt::1f5cc2bd-5f8d-4df4-b23f-ee79078e001f" providerId="AD" clId="Web-{CE0B3775-9475-DB25-7607-2A2A8D4279D7}"/>
    <pc:docChg chg="mod modSld">
      <pc:chgData name="João da Silva Santos" userId="S::joao.santos@gimm.pt::1f5cc2bd-5f8d-4df4-b23f-ee79078e001f" providerId="AD" clId="Web-{CE0B3775-9475-DB25-7607-2A2A8D4279D7}" dt="2026-04-29T13:45:08.028" v="140" actId="20577"/>
      <pc:docMkLst>
        <pc:docMk/>
      </pc:docMkLst>
      <pc:sldChg chg="modSp">
        <pc:chgData name="João da Silva Santos" userId="S::joao.santos@gimm.pt::1f5cc2bd-5f8d-4df4-b23f-ee79078e001f" providerId="AD" clId="Web-{CE0B3775-9475-DB25-7607-2A2A8D4279D7}" dt="2026-04-29T13:25:05.408" v="11" actId="20577"/>
        <pc:sldMkLst>
          <pc:docMk/>
          <pc:sldMk cId="0" sldId="262"/>
        </pc:sldMkLst>
        <pc:spChg chg="mod">
          <ac:chgData name="João da Silva Santos" userId="S::joao.santos@gimm.pt::1f5cc2bd-5f8d-4df4-b23f-ee79078e001f" providerId="AD" clId="Web-{CE0B3775-9475-DB25-7607-2A2A8D4279D7}" dt="2026-04-29T13:25:05.408" v="11" actId="20577"/>
          <ac:spMkLst>
            <pc:docMk/>
            <pc:sldMk cId="0" sldId="262"/>
            <ac:spMk id="13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CE0B3775-9475-DB25-7607-2A2A8D4279D7}" dt="2026-04-29T13:38:38.348" v="59" actId="20577"/>
        <pc:sldMkLst>
          <pc:docMk/>
          <pc:sldMk cId="0" sldId="263"/>
        </pc:sldMkLst>
        <pc:spChg chg="mod">
          <ac:chgData name="João da Silva Santos" userId="S::joao.santos@gimm.pt::1f5cc2bd-5f8d-4df4-b23f-ee79078e001f" providerId="AD" clId="Web-{CE0B3775-9475-DB25-7607-2A2A8D4279D7}" dt="2026-04-29T13:38:38.348" v="59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João da Silva Santos" userId="S::joao.santos@gimm.pt::1f5cc2bd-5f8d-4df4-b23f-ee79078e001f" providerId="AD" clId="Web-{CE0B3775-9475-DB25-7607-2A2A8D4279D7}" dt="2026-04-29T13:37:29.064" v="26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João da Silva Santos" userId="S::joao.santos@gimm.pt::1f5cc2bd-5f8d-4df4-b23f-ee79078e001f" providerId="AD" clId="Web-{CE0B3775-9475-DB25-7607-2A2A8D4279D7}" dt="2026-04-29T13:37:51.987" v="27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João da Silva Santos" userId="S::joao.santos@gimm.pt::1f5cc2bd-5f8d-4df4-b23f-ee79078e001f" providerId="AD" clId="Web-{CE0B3775-9475-DB25-7607-2A2A8D4279D7}" dt="2026-04-29T13:37:56.284" v="41" actId="20577"/>
          <ac:spMkLst>
            <pc:docMk/>
            <pc:sldMk cId="0" sldId="263"/>
            <ac:spMk id="12" creationId="{00000000-0000-0000-0000-000000000000}"/>
          </ac:spMkLst>
        </pc:spChg>
      </pc:sldChg>
      <pc:sldChg chg="addSp modSp">
        <pc:chgData name="João da Silva Santos" userId="S::joao.santos@gimm.pt::1f5cc2bd-5f8d-4df4-b23f-ee79078e001f" providerId="AD" clId="Web-{CE0B3775-9475-DB25-7607-2A2A8D4279D7}" dt="2026-04-29T13:41:06.836" v="101" actId="20577"/>
        <pc:sldMkLst>
          <pc:docMk/>
          <pc:sldMk cId="0" sldId="264"/>
        </pc:sldMkLst>
        <pc:spChg chg="mod">
          <ac:chgData name="João da Silva Santos" userId="S::joao.santos@gimm.pt::1f5cc2bd-5f8d-4df4-b23f-ee79078e001f" providerId="AD" clId="Web-{CE0B3775-9475-DB25-7607-2A2A8D4279D7}" dt="2026-04-29T13:39:43.881" v="85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João da Silva Santos" userId="S::joao.santos@gimm.pt::1f5cc2bd-5f8d-4df4-b23f-ee79078e001f" providerId="AD" clId="Web-{CE0B3775-9475-DB25-7607-2A2A8D4279D7}" dt="2026-04-29T13:39:48.428" v="87" actId="20577"/>
          <ac:spMkLst>
            <pc:docMk/>
            <pc:sldMk cId="0" sldId="264"/>
            <ac:spMk id="14" creationId="{00000000-0000-0000-0000-000000000000}"/>
          </ac:spMkLst>
        </pc:spChg>
        <pc:spChg chg="add">
          <ac:chgData name="João da Silva Santos" userId="S::joao.santos@gimm.pt::1f5cc2bd-5f8d-4df4-b23f-ee79078e001f" providerId="AD" clId="Web-{CE0B3775-9475-DB25-7607-2A2A8D4279D7}" dt="2026-04-29T13:40:01.053" v="88"/>
          <ac:spMkLst>
            <pc:docMk/>
            <pc:sldMk cId="0" sldId="264"/>
            <ac:spMk id="18" creationId="{3157AC8D-6184-1B02-435B-5D4D4FFD48B5}"/>
          </ac:spMkLst>
        </pc:spChg>
        <pc:spChg chg="add">
          <ac:chgData name="João da Silva Santos" userId="S::joao.santos@gimm.pt::1f5cc2bd-5f8d-4df4-b23f-ee79078e001f" providerId="AD" clId="Web-{CE0B3775-9475-DB25-7607-2A2A8D4279D7}" dt="2026-04-29T13:40:01.053" v="89"/>
          <ac:spMkLst>
            <pc:docMk/>
            <pc:sldMk cId="0" sldId="264"/>
            <ac:spMk id="20" creationId="{B3A93AAA-8520-3B52-BB1E-1DDBABE5E301}"/>
          </ac:spMkLst>
        </pc:spChg>
        <pc:spChg chg="add mod">
          <ac:chgData name="João da Silva Santos" userId="S::joao.santos@gimm.pt::1f5cc2bd-5f8d-4df4-b23f-ee79078e001f" providerId="AD" clId="Web-{CE0B3775-9475-DB25-7607-2A2A8D4279D7}" dt="2026-04-29T13:41:02.601" v="100" actId="20577"/>
          <ac:spMkLst>
            <pc:docMk/>
            <pc:sldMk cId="0" sldId="264"/>
            <ac:spMk id="22" creationId="{B87A3188-6DBB-4734-D1C9-F526B74EF7E1}"/>
          </ac:spMkLst>
        </pc:spChg>
        <pc:spChg chg="add mod">
          <ac:chgData name="João da Silva Santos" userId="S::joao.santos@gimm.pt::1f5cc2bd-5f8d-4df4-b23f-ee79078e001f" providerId="AD" clId="Web-{CE0B3775-9475-DB25-7607-2A2A8D4279D7}" dt="2026-04-29T13:41:06.836" v="101" actId="20577"/>
          <ac:spMkLst>
            <pc:docMk/>
            <pc:sldMk cId="0" sldId="264"/>
            <ac:spMk id="24" creationId="{9DB31119-A2D8-13C0-F369-45ED2000FA85}"/>
          </ac:spMkLst>
        </pc:spChg>
      </pc:sldChg>
      <pc:sldChg chg="modSp">
        <pc:chgData name="João da Silva Santos" userId="S::joao.santos@gimm.pt::1f5cc2bd-5f8d-4df4-b23f-ee79078e001f" providerId="AD" clId="Web-{CE0B3775-9475-DB25-7607-2A2A8D4279D7}" dt="2026-04-29T13:42:23.509" v="108" actId="20577"/>
        <pc:sldMkLst>
          <pc:docMk/>
          <pc:sldMk cId="0" sldId="266"/>
        </pc:sldMkLst>
        <pc:spChg chg="mod">
          <ac:chgData name="João da Silva Santos" userId="S::joao.santos@gimm.pt::1f5cc2bd-5f8d-4df4-b23f-ee79078e001f" providerId="AD" clId="Web-{CE0B3775-9475-DB25-7607-2A2A8D4279D7}" dt="2026-04-29T13:42:00.306" v="107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João da Silva Santos" userId="S::joao.santos@gimm.pt::1f5cc2bd-5f8d-4df4-b23f-ee79078e001f" providerId="AD" clId="Web-{CE0B3775-9475-DB25-7607-2A2A8D4279D7}" dt="2026-04-29T13:42:23.509" v="108" actId="20577"/>
          <ac:spMkLst>
            <pc:docMk/>
            <pc:sldMk cId="0" sldId="266"/>
            <ac:spMk id="11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CE0B3775-9475-DB25-7607-2A2A8D4279D7}" dt="2026-04-29T13:44:14.808" v="114" actId="20577"/>
        <pc:sldMkLst>
          <pc:docMk/>
          <pc:sldMk cId="0" sldId="267"/>
        </pc:sldMkLst>
        <pc:spChg chg="mod">
          <ac:chgData name="João da Silva Santos" userId="S::joao.santos@gimm.pt::1f5cc2bd-5f8d-4df4-b23f-ee79078e001f" providerId="AD" clId="Web-{CE0B3775-9475-DB25-7607-2A2A8D4279D7}" dt="2026-04-29T13:44:14.808" v="114" actId="20577"/>
          <ac:spMkLst>
            <pc:docMk/>
            <pc:sldMk cId="0" sldId="267"/>
            <ac:spMk id="6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CE0B3775-9475-DB25-7607-2A2A8D4279D7}" dt="2026-04-29T13:45:08.028" v="140" actId="20577"/>
        <pc:sldMkLst>
          <pc:docMk/>
          <pc:sldMk cId="0" sldId="268"/>
        </pc:sldMkLst>
        <pc:spChg chg="mod">
          <ac:chgData name="João da Silva Santos" userId="S::joao.santos@gimm.pt::1f5cc2bd-5f8d-4df4-b23f-ee79078e001f" providerId="AD" clId="Web-{CE0B3775-9475-DB25-7607-2A2A8D4279D7}" dt="2026-04-29T13:45:08.028" v="140" actId="20577"/>
          <ac:spMkLst>
            <pc:docMk/>
            <pc:sldMk cId="0" sldId="268"/>
            <ac:spMk id="8" creationId="{00000000-0000-0000-0000-000000000000}"/>
          </ac:spMkLst>
        </pc:spChg>
      </pc:sldChg>
    </pc:docChg>
  </pc:docChgLst>
  <pc:docChgLst>
    <pc:chgData name="Tiago Paixão" userId="S::tiago.paixao@gimm.pt::48d0a4fe-7e82-473d-9454-3b7bcc9aba73" providerId="AD" clId="Web-{D498FE44-89E0-3D0F-66DB-C18E486EA3FB}"/>
    <pc:docChg chg="modSld">
      <pc:chgData name="Tiago Paixão" userId="S::tiago.paixao@gimm.pt::48d0a4fe-7e82-473d-9454-3b7bcc9aba73" providerId="AD" clId="Web-{D498FE44-89E0-3D0F-66DB-C18E486EA3FB}" dt="2026-04-27T14:26:21.816" v="14" actId="20577"/>
      <pc:docMkLst>
        <pc:docMk/>
      </pc:docMkLst>
      <pc:sldChg chg="modSp">
        <pc:chgData name="Tiago Paixão" userId="S::tiago.paixao@gimm.pt::48d0a4fe-7e82-473d-9454-3b7bcc9aba73" providerId="AD" clId="Web-{D498FE44-89E0-3D0F-66DB-C18E486EA3FB}" dt="2026-04-27T14:26:21.816" v="14" actId="20577"/>
        <pc:sldMkLst>
          <pc:docMk/>
          <pc:sldMk cId="0" sldId="262"/>
        </pc:sldMkLst>
        <pc:spChg chg="mod">
          <ac:chgData name="Tiago Paixão" userId="S::tiago.paixao@gimm.pt::48d0a4fe-7e82-473d-9454-3b7bcc9aba73" providerId="AD" clId="Web-{D498FE44-89E0-3D0F-66DB-C18E486EA3FB}" dt="2026-04-27T14:26:14.784" v="11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Tiago Paixão" userId="S::tiago.paixao@gimm.pt::48d0a4fe-7e82-473d-9454-3b7bcc9aba73" providerId="AD" clId="Web-{D498FE44-89E0-3D0F-66DB-C18E486EA3FB}" dt="2026-04-27T14:26:21.816" v="14" actId="20577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D00F6-7185-492B-829D-1AA2DB25222D}" type="datetimeFigureOut"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66D4B-AF27-477D-BFA2-5D243E0740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0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Control Flow &amp; Functions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decisions, repeat actions, and organize code with functions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COURSE · DAY 2 OF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/ elif / else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vs ==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vs compare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loops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sequences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loops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until done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&amp; continue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&amp; scope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code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elif, else — the branching logic of Python.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/ elif / else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0" cy="31089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4206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22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temperature &gt; 30: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print("Hot")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temperature &gt; 20: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print("Warm")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temperature &gt; 10: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print("Cool")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print("Cold")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Python won't forgive: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Every condition ends with a colon </a:t>
            </a: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block must be indented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(4 spaces is standard)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vs ==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25603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value into a variable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5603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are these two equal?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== 5   # True or False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7764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148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of thumb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7909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inside an if / elif / while, you almost certainly want ==, not =.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while — doing things repeatedly.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— loop over a sequence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3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 in range(5):</a:t>
            </a:r>
            <a:endParaRPr lang="en-US" sz="1300" dirty="0">
              <a:latin typeface="Consolas"/>
            </a:endParaRPr>
          </a:p>
          <a:p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    print(</a:t>
            </a:r>
            <a:r>
              <a:rPr lang="en-US" sz="13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prints 0, 1, 2, 3,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["Ada", "Grace"]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 in names:</a:t>
            </a:r>
            <a:endParaRPr lang="en-US" sz="1300" dirty="0"/>
          </a:p>
          <a:p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       print(</a:t>
            </a:r>
            <a:r>
              <a:rPr lang="en-US" sz="13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f"Hi</a:t>
            </a: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, {name}")</a:t>
            </a:r>
            <a:endParaRPr lang="en-US" sz="1300" dirty="0">
              <a:latin typeface="Consola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11887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Loops work on anything iterable: lists, strings, ranges, dicts, files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letter in "Python":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print(letter)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297680"/>
            <a:ext cx="73152" cy="411480"/>
          </a:xfrm>
          <a:prstGeom prst="rect">
            <a:avLst/>
          </a:prstGeom>
          <a:solidFill>
            <a:srgbClr val="2D7D9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43484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range(start, stop, step) — stop is exclusive                    range(2, 10, 2) → 2, 4, 6, 8.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— loop until condition fails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25603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3:</a:t>
            </a:r>
            <a:endParaRPr lang="en-US" sz="1300" dirty="0"/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print(count)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count += 1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update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condition!</a:t>
            </a:r>
          </a:p>
          <a:p>
            <a:endParaRPr lang="en-US" sz="1300" dirty="0">
              <a:solidFill>
                <a:srgbClr val="E8F1F8"/>
              </a:solidFill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</a:rPr>
              <a:t># count += 1</a:t>
            </a:r>
            <a:endParaRPr lang="en-US" sz="1300" dirty="0">
              <a:solidFill>
                <a:srgbClr val="E8F1F8"/>
              </a:solidFill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</a:rPr>
              <a:t># count = count + 1</a:t>
            </a:r>
            <a:endParaRPr lang="en-US" sz="1300">
              <a:solidFill>
                <a:srgbClr val="000000"/>
              </a:solidFill>
              <a:latin typeface="Consolas"/>
            </a:endParaRPr>
          </a:p>
          <a:p>
            <a:endParaRPr lang="en-US" sz="1300" dirty="0">
              <a:solidFill>
                <a:srgbClr val="E8F1F8"/>
              </a:solidFill>
              <a:latin typeface="Consola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25603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Infinite loop — DON'T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count &lt; 3:</a:t>
            </a:r>
            <a:endParaRPr lang="en-US" sz="1300" dirty="0"/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print(count)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we never update count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# </a:t>
            </a:r>
            <a:r>
              <a:rPr lang="en-US" sz="13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Ctrl+C</a:t>
            </a: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 to escape!</a:t>
            </a:r>
            <a:endParaRPr lang="en-US" sz="1300" dirty="0">
              <a:latin typeface="Consola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4270" y="3977640"/>
            <a:ext cx="822960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97764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148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Infinite loops are a rite of passage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4480560"/>
            <a:ext cx="7909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Every Python programmer writes one eventually. </a:t>
            </a:r>
            <a:r>
              <a:rPr lang="en-US" sz="1200" dirty="0" err="1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Ctrl+C</a:t>
            </a:r>
            <a:r>
              <a:rPr lang="en-US" sz="1200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 stops a runaway program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&amp; continue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the loop entirely.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023360" cy="18288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402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range(100):</a:t>
            </a:r>
            <a:endParaRPr lang="en-US" sz="1300" dirty="0"/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if n == 5: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    break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print(n)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0, 1, 2, 3, 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2D7D9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7D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rest of this iteration.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103120"/>
            <a:ext cx="4023360" cy="18288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402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range(6):</a:t>
            </a:r>
            <a:endParaRPr lang="en-US" sz="1300" dirty="0"/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if n % 2 == 0: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    continue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print(n)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1, 3, 5 (odd only)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3157AC8D-6184-1B02-435B-5D4D4FFD48B5}"/>
              </a:ext>
            </a:extLst>
          </p:cNvPr>
          <p:cNvSpPr/>
          <p:nvPr/>
        </p:nvSpPr>
        <p:spPr>
          <a:xfrm>
            <a:off x="494270" y="3977640"/>
            <a:ext cx="8229600" cy="7315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B3A93AAA-8520-3B52-BB1E-1DDBABE5E301}"/>
              </a:ext>
            </a:extLst>
          </p:cNvPr>
          <p:cNvSpPr/>
          <p:nvPr/>
        </p:nvSpPr>
        <p:spPr>
          <a:xfrm>
            <a:off x="457200" y="3977640"/>
            <a:ext cx="73152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87A3188-6DBB-4734-D1C9-F526B74EF7E1}"/>
              </a:ext>
            </a:extLst>
          </p:cNvPr>
          <p:cNvSpPr/>
          <p:nvPr/>
        </p:nvSpPr>
        <p:spPr>
          <a:xfrm>
            <a:off x="685800" y="411480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2A44"/>
                </a:solidFill>
                <a:latin typeface="Georgia"/>
              </a:rPr>
              <a:t>Beware the </a:t>
            </a:r>
            <a:r>
              <a:rPr lang="en-US" sz="1600" b="1" dirty="0" err="1">
                <a:solidFill>
                  <a:srgbClr val="0F2A44"/>
                </a:solidFill>
                <a:latin typeface="Georgia"/>
              </a:rPr>
              <a:t>identation</a:t>
            </a:r>
            <a:r>
              <a:rPr lang="en-US" sz="1600" b="1" dirty="0">
                <a:solidFill>
                  <a:srgbClr val="0F2A44"/>
                </a:solidFill>
                <a:latin typeface="Georgia"/>
              </a:rPr>
              <a:t> </a:t>
            </a:r>
            <a:endParaRPr lang="en-US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DB31119-A2D8-13C0-F369-45ED2000FA85}"/>
              </a:ext>
            </a:extLst>
          </p:cNvPr>
          <p:cNvSpPr/>
          <p:nvPr/>
        </p:nvSpPr>
        <p:spPr>
          <a:xfrm>
            <a:off x="685800" y="4480560"/>
            <a:ext cx="7909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solidFill>
                <a:srgbClr val="1E2A3A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logic into reusable, named pieces.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a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572000" cy="237744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greeting="Hi"):</a:t>
            </a:r>
            <a:endParaRPr lang="en-US" sz="1200" dirty="0"/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return f"{greeting}, {name}!"</a:t>
            </a:r>
            <a:endParaRPr lang="en-US" sz="1200">
              <a:latin typeface="Consolas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greet("Ada")              # 'Hi, Ada!'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greet("Ada", "Hello")     # 'Hello, Ada!'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3716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keyword to define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function name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greeting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parameters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greeting="Hi"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default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sends a value back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9776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vs print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3434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return sends a value back to whoever called the function. print only shows text on screen. They are </a:t>
            </a:r>
            <a:r>
              <a:rPr lang="en-US" sz="1200" b="1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NOT </a:t>
            </a:r>
            <a:r>
              <a:rPr lang="en-US" sz="1200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the same thing.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variables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compute():</a:t>
            </a:r>
            <a:endParaRPr lang="en-US" sz="1300" dirty="0"/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x = 10          # x lives inside compute()</a:t>
            </a:r>
            <a:endParaRPr lang="en-US" sz="1300">
              <a:latin typeface="Consolas"/>
            </a:endParaRPr>
          </a:p>
          <a:p>
            <a:r>
              <a:rPr lang="en-US" sz="13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return x</a:t>
            </a:r>
            <a:endParaRPr lang="en-US" sz="1300">
              <a:latin typeface="Consolas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compute()            # returns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print(x)             # </a:t>
            </a:r>
            <a:r>
              <a:rPr lang="en-US" sz="13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NameError</a:t>
            </a:r>
            <a:r>
              <a:rPr lang="en-US" sz="13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: name 'x' is not defined</a:t>
            </a:r>
            <a:endParaRPr lang="en-US" sz="1300" dirty="0">
              <a:latin typeface="Consola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776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defined inside a function is local to that function. It can't be seen from outside. This is a feature, not a bug — it keeps code isolated.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Exercise — FizzBuzz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numbers 1 to 100: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of 3  →  "Fizz"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of 5  →  "Buzz"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of both  →  "FizzBuzz"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 →  the number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0175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range(1, 101):</a:t>
            </a:r>
            <a:endParaRPr lang="en-US" sz="1200" dirty="0"/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if n % 15 == 0:</a:t>
            </a:r>
            <a:endParaRPr lang="en-US" sz="1200">
              <a:latin typeface="Consolas"/>
            </a:endParaRPr>
          </a:p>
          <a:p>
            <a:r>
              <a:rPr lang="en-US" sz="12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    print("</a:t>
            </a:r>
            <a:r>
              <a:rPr lang="en-US" sz="12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FizzBuzz</a:t>
            </a:r>
            <a:r>
              <a:rPr lang="en-US" sz="12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")</a:t>
            </a:r>
            <a:endParaRPr lang="en-US" sz="1200" dirty="0">
              <a:latin typeface="Consolas"/>
            </a:endParaRPr>
          </a:p>
          <a:p>
            <a:r>
              <a:rPr lang="en-US" sz="12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</a:t>
            </a:r>
            <a:r>
              <a:rPr lang="en-US" sz="12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2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 n % 3 == 0:</a:t>
            </a:r>
            <a:endParaRPr lang="en-US" sz="1200" dirty="0">
              <a:latin typeface="Consolas"/>
            </a:endParaRPr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    print("Fizz")</a:t>
            </a:r>
            <a:endParaRPr lang="en-US" sz="1200">
              <a:latin typeface="Consolas"/>
            </a:endParaRPr>
          </a:p>
          <a:p>
            <a:r>
              <a:rPr lang="en-US" sz="12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</a:t>
            </a:r>
            <a:r>
              <a:rPr lang="en-US" sz="1200" dirty="0" err="1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elif</a:t>
            </a:r>
            <a:r>
              <a:rPr lang="en-US" sz="1200" dirty="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 n % 5 == 0:</a:t>
            </a:r>
            <a:endParaRPr lang="en-US" sz="1200" dirty="0">
              <a:latin typeface="Consolas"/>
            </a:endParaRPr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    print("Buzz")</a:t>
            </a:r>
            <a:endParaRPr lang="en-US" sz="1200">
              <a:latin typeface="Consolas"/>
            </a:endParaRPr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else:</a:t>
            </a:r>
            <a:endParaRPr lang="en-US" sz="1200">
              <a:latin typeface="Consolas"/>
            </a:endParaRPr>
          </a:p>
          <a:p>
            <a:r>
              <a:rPr lang="en-US" sz="1200">
                <a:solidFill>
                  <a:srgbClr val="E8F1F8"/>
                </a:solidFill>
                <a:latin typeface="Consolas"/>
                <a:ea typeface="Consolas" pitchFamily="34" charset="-122"/>
                <a:cs typeface="Consolas" pitchFamily="34" charset="-120"/>
              </a:rPr>
              <a:t>        print(n)</a:t>
            </a:r>
            <a:endParaRPr lang="en-US" sz="1200">
              <a:latin typeface="Consola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4023360" cy="4114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297680"/>
            <a:ext cx="73152" cy="411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434840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wrap it in a function fizzbuzz(n).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learned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533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for decisions — watch the colon and the indent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56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assigns, == compares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9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iterate anything iterable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62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862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loops need a condition that eventually becomes False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64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364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exits, continue skips to the next iteration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67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867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bundle logic — def, return, parameters, scope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Day 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data structures — lists, dicts, tuples, sets.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— Control Flow &amp; Functions</dc:title>
  <dc:subject>PptxGenJS Presentation</dc:subject>
  <dc:creator>Introduction to Python</dc:creator>
  <cp:lastModifiedBy>Introduction to Python</cp:lastModifiedBy>
  <cp:revision>52</cp:revision>
  <dcterms:created xsi:type="dcterms:W3CDTF">2026-04-22T22:28:45Z</dcterms:created>
  <dcterms:modified xsi:type="dcterms:W3CDTF">2026-04-29T13:45:09Z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2026-04-29T11:13:22Z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09839d39-20e6-405d-8c08-dbc5e1ab3b3b</vt:lpwstr>
  </property>
  <property fmtid="{D5CDD505-2E9C-101B-9397-08002B2CF9AE}" pid="7" name="MSIP_Label_defa4170-0d19-0005-0004-bc88714345d2_ActionId">
    <vt:lpwstr>4b6d6b4b-7ed7-42d1-9779-02274c565d60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